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247650"/>
            <a:ext cx="12824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152400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533400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914400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1295400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857750"/>
            <a:ext cx="4632871" cy="2000250"/>
          </a:xfrm>
          <a:prstGeom prst="rect">
            <a:avLst/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32871" y="5619750"/>
            <a:ext cx="2682180" cy="123825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15200" y="6019800"/>
            <a:ext cx="48768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15200" y="6034088"/>
            <a:ext cx="4876800" cy="0"/>
          </a:xfrm>
          <a:prstGeom prst="line">
            <a:avLst/>
          </a:prstGeom>
          <a:noFill/>
          <a:ln w="2857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7750" y="1714500"/>
            <a:ext cx="102984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47750" y="2181225"/>
            <a:ext cx="10298430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47"/>
              </a:lnSpc>
              <a:spcAft>
                <a:spcPts val="2100"/>
              </a:spcAft>
              <a:buNone/>
            </a:pPr>
            <a:r>
              <a:rPr lang="en-US" sz="46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4650" dirty="0"/>
          </a:p>
        </p:txBody>
      </p:sp>
      <p:sp>
        <p:nvSpPr>
          <p:cNvPr id="16" name="Text 14"/>
          <p:cNvSpPr/>
          <p:nvPr/>
        </p:nvSpPr>
        <p:spPr>
          <a:xfrm>
            <a:off x="1047750" y="3127028"/>
            <a:ext cx="8743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从初心出发，聚焦目标岗位，规划下一步行动路径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247650"/>
            <a:ext cx="12824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34551" y="171450"/>
            <a:ext cx="876449" cy="342900"/>
          </a:xfrm>
          <a:prstGeom prst="roundRect">
            <a:avLst>
              <a:gd name="adj" fmla="val 277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0869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0201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9533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8865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57250" y="876300"/>
            <a:ext cx="106870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57250" y="13716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1905000"/>
            <a:ext cx="1047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从一次跨部门协作中意识到：把复杂方案讲清楚，本身就是稀缺能力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过去两年独立完成 12 场方案汇报，逐步形成结构化表达的稳定方法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希望把这种能力沉淀为职业方向，而不只是临时任务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247650"/>
            <a:ext cx="12824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869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867751" y="171450"/>
            <a:ext cx="876449" cy="342900"/>
          </a:xfrm>
          <a:prstGeom prst="roundRect">
            <a:avLst>
              <a:gd name="adj" fmla="val 277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201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9533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8865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57250" y="876300"/>
            <a:ext cx="106870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57250" y="13716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1752600"/>
            <a:ext cx="10687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369A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核心判断：表达与结构化能力，是可迁移的职业资产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7250" y="2247900"/>
            <a:ext cx="1047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岗位方向：解决方案 / 产品运营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核心要求：结构化表达、跨团队协作、行业理解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经验匹配：12 场方案汇报 + 3 个跨部门项目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247650"/>
            <a:ext cx="12824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869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00201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800951" y="171450"/>
            <a:ext cx="876449" cy="342900"/>
          </a:xfrm>
          <a:prstGeom prst="roundRect">
            <a:avLst>
              <a:gd name="adj" fmla="val 277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533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8865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57250" y="876300"/>
            <a:ext cx="106870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57250" y="13716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1905000"/>
            <a:ext cx="10477500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结构化表达：可独立完成从提纲到成稿的全流程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方案可视化：熟练使用图表与版式传达信息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跨团队协作：与研发、市场、销售均有稳定协作经验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需求分析：能把模糊诉求拆解为可执行方案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数据分析：掌握基础统计与可视化工具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行业理解：对本行业头部公司的产品路线有持续跟踪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247650"/>
            <a:ext cx="12824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869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00201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800951" y="171450"/>
            <a:ext cx="876449" cy="342900"/>
          </a:xfrm>
          <a:prstGeom prst="roundRect">
            <a:avLst>
              <a:gd name="adj" fmla="val 277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533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8865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57250" y="876300"/>
            <a:ext cx="106870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能力盘点（续）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57250" y="13716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1905000"/>
            <a:ext cx="1047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项目管理：主导过 3 个中型项目并按期交付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公开表达：累计对外分享 12 次，反馈良好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247650"/>
            <a:ext cx="12824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职业规划展示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0869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初心起源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00201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目标岗位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9533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能力盘点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7734151" y="171450"/>
            <a:ext cx="876449" cy="342900"/>
          </a:xfrm>
          <a:prstGeom prst="roundRect">
            <a:avLst>
              <a:gd name="adj" fmla="val 2775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86551" y="171450"/>
            <a:ext cx="5830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57250" y="876300"/>
            <a:ext cx="106870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行动计划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57250" y="1371600"/>
            <a:ext cx="914400" cy="381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1905000"/>
            <a:ext cx="104775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1-2 月：补齐数据分析短板，完成两个实战分析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3-4 月：沉淀作品集，覆盖三类典型方案场景</a:t>
            </a:r>
            <a:endParaRPr lang="en-US" sz="1800" dirty="0"/>
          </a:p>
          <a:p>
            <a:pPr algn="l" marL="381000" indent="-381000">
              <a:lnSpc>
                <a:spcPts val="27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5-6 月：定向投递并完成岗位转型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pptsvc</dc:creator>
  <cp:lastModifiedBy>pptsvc</cp:lastModifiedBy>
  <cp:revision>1</cp:revision>
  <dcterms:created xsi:type="dcterms:W3CDTF">2026-10-08T02:08:10Z</dcterms:created>
  <dcterms:modified xsi:type="dcterms:W3CDTF">2026-10-08T02:08:10Z</dcterms:modified>
</cp:coreProperties>
</file>