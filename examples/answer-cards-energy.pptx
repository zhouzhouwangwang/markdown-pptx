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47750" y="2095500"/>
            <a:ext cx="102984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2562225"/>
            <a:ext cx="10298430" cy="679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47"/>
              </a:lnSpc>
              <a:spcAft>
                <a:spcPts val="2100"/>
              </a:spcAft>
              <a:buNone/>
            </a:pPr>
            <a:r>
              <a:rPr lang="en-US" sz="46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职业规划展示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047750" y="3508028"/>
            <a:ext cx="8743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从初心出发，聚焦目标岗位，规划下一步行动路径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571500"/>
            <a:ext cx="514945" cy="319088"/>
          </a:xfrm>
          <a:prstGeom prst="roundRect">
            <a:avLst>
              <a:gd name="adj" fmla="val 23881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09600"/>
            <a:ext cx="253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57250" y="914400"/>
            <a:ext cx="106870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初心起源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857250" y="16383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20383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38225" y="21812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914525" y="22002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从一次跨部门协作中意识到：把复杂方案讲清楚，本身就是稀缺能力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7250" y="28384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8225" y="29813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914525" y="30003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过去两年独立完成 12 场方案汇报，逐步形成结构化表达的稳定方法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7250" y="36385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38225" y="37814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914525" y="38004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希望把这种能力沉淀为职业方向，而不只是临时任务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571500"/>
            <a:ext cx="514945" cy="319088"/>
          </a:xfrm>
          <a:prstGeom prst="roundRect">
            <a:avLst>
              <a:gd name="adj" fmla="val 23881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09600"/>
            <a:ext cx="253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57250" y="914400"/>
            <a:ext cx="106870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目标岗位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857250" y="16383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2038350"/>
            <a:ext cx="10687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核心判断：表达与结构化能力，是可迁移的职业资产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7250" y="25336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8225" y="26765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6955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岗位方向：解决方案 / 产品运营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7250" y="33337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38225" y="34766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914525" y="34956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核心要求：结构化表达、跨团队协作、行业理解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7250" y="41338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38225" y="42767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914525" y="42957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经验匹配：12 场方案汇报 + 3 个跨部门项目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571500"/>
            <a:ext cx="514945" cy="319088"/>
          </a:xfrm>
          <a:prstGeom prst="roundRect">
            <a:avLst>
              <a:gd name="adj" fmla="val 23881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09600"/>
            <a:ext cx="253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57250" y="914400"/>
            <a:ext cx="106870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857250" y="16383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20383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38225" y="21812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914525" y="22002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结构化表达：可独立完成从提纲到成稿的全流程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7250" y="28384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8225" y="29813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914525" y="30003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方案可视化：熟练使用图表与版式传达信息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7250" y="36385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38225" y="37814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914525" y="38004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跨团队协作：与研发、市场、销售均有稳定协作经验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7250" y="44386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38225" y="45815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6005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需求分析：能把模糊诉求拆解为可执行方案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7250" y="52387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38225" y="53816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914525" y="54006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数据分析：掌握基础统计与可视化工具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571500"/>
            <a:ext cx="763191" cy="319088"/>
          </a:xfrm>
          <a:prstGeom prst="roundRect">
            <a:avLst>
              <a:gd name="adj" fmla="val 23881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09600"/>
            <a:ext cx="50642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03+1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57250" y="914400"/>
            <a:ext cx="106870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能力盘点（续）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857250" y="16383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20383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38225" y="21812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914525" y="22002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行业理解：对本行业头部公司的产品路线有持续跟踪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7250" y="28384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8225" y="29813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914525" y="30003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项目管理：主导过 3 个中型项目并按期交付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7250" y="36385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38225" y="37814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914525" y="38004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公开表达：累计对外分享 12 次，反馈良好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571500"/>
            <a:ext cx="514945" cy="319088"/>
          </a:xfrm>
          <a:prstGeom prst="roundRect">
            <a:avLst>
              <a:gd name="adj" fmla="val 23881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09600"/>
            <a:ext cx="253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57250" y="914400"/>
            <a:ext cx="106870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行动计划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857250" y="16383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20383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38225" y="21812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914525" y="22002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1-2 月：补齐数据分析短板，完成两个实战分析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7250" y="28384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8225" y="29813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914525" y="30003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3-4 月：沉淀作品集，覆盖三类典型方案场景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7250" y="3638550"/>
            <a:ext cx="10477500" cy="666750"/>
          </a:xfrm>
          <a:prstGeom prst="roundRect">
            <a:avLst>
              <a:gd name="adj" fmla="val 20000"/>
            </a:avLst>
          </a:prstGeom>
          <a:solidFill>
            <a:srgbClr val="273549"/>
          </a:solidFill>
          <a:ln w="9525">
            <a:solidFill>
              <a:srgbClr val="374151"/>
            </a:solidFill>
          </a:ln>
          <a:effectLst>
            <a:outerShdw sx="100000" sy="100000" kx="0" ky="0" algn="bl" rotWithShape="0" blurRad="101600" dist="80822" dir="2700000">
              <a:srgbClr val="11182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38225" y="3781425"/>
            <a:ext cx="2981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914525" y="3800475"/>
            <a:ext cx="9443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5-6 月：定向投递并完成岗位转型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pptsvc</dc:creator>
  <cp:lastModifiedBy>pptsvc</cp:lastModifiedBy>
  <cp:revision>1</cp:revision>
  <dcterms:created xsi:type="dcterms:W3CDTF">2026-10-08T01:27:11Z</dcterms:created>
  <dcterms:modified xsi:type="dcterms:W3CDTF">2026-10-08T01:27:11Z</dcterms:modified>
</cp:coreProperties>
</file>