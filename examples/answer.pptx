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C8A2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7750" y="2000250"/>
            <a:ext cx="5129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447925"/>
            <a:ext cx="5129784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Aft>
                <a:spcPts val="1950"/>
              </a:spcAft>
              <a:buNone/>
            </a:pPr>
            <a:r>
              <a:rPr lang="en-US" sz="4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3374678"/>
            <a:ext cx="51297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FB0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507206" cy="324743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85800"/>
            <a:ext cx="24531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7250" y="2400300"/>
            <a:ext cx="7810649" cy="1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507206" cy="324743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85800"/>
            <a:ext cx="24531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7250" y="2247900"/>
            <a:ext cx="581002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7D62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7250" y="2797373"/>
            <a:ext cx="5696099" cy="1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507206" cy="324743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85800"/>
            <a:ext cx="24531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7250" y="2400300"/>
            <a:ext cx="6077099" cy="32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747564" cy="324743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85800"/>
            <a:ext cx="49048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03+1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7250" y="2400300"/>
            <a:ext cx="5087243" cy="927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507206" cy="324743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685800"/>
            <a:ext cx="24531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C8A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7250" y="2400300"/>
            <a:ext cx="5805785" cy="1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950" dirty="0"/>
          </a:p>
          <a:p>
            <a:pPr algn="l" marL="381000" indent="-381000">
              <a:lnSpc>
                <a:spcPts val="2828"/>
              </a:lnSpc>
              <a:spcAft>
                <a:spcPts val="1650"/>
              </a:spcAft>
              <a:buSzPct val="100000"/>
              <a:buChar char="•"/>
            </a:pPr>
            <a:r>
              <a:rPr lang="en-US" sz="1950" dirty="0">
                <a:solidFill>
                  <a:srgbClr val="22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2026-09-30T10:05:21Z</dcterms:created>
  <dcterms:modified xsi:type="dcterms:W3CDTF">2026-09-30T10:05:21Z</dcterms:modified>
</cp:coreProperties>
</file>